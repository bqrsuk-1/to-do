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h194bf7f589f1371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h194bf7f589f1371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5aebe50522ba36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h5aebe50522ba36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h194bf7f589f1371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h194bf7f589f1371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h5aebe50522ba367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h5aebe50522ba367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815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TuDortle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Adrians, Art</a:t>
            </a:r>
            <a:r>
              <a:rPr lang="en"/>
              <a:t>ū</a:t>
            </a:r>
            <a:r>
              <a:rPr lang="en"/>
              <a:t>rs, Toms, Marats</a:t>
            </a:r>
            <a:endParaRPr/>
          </a:p>
        </p:txBody>
      </p:sp>
      <p:pic>
        <p:nvPicPr>
          <p:cNvPr id="56" name="Google Shape;56;p13" title="Милая черепашка с оранжевым панцирем.png"/>
          <p:cNvPicPr preferRelativeResize="0"/>
          <p:nvPr/>
        </p:nvPicPr>
        <p:blipFill>
          <a:blip r:embed="rId3">
            <a:alphaModFix/>
          </a:blip>
          <a:stretch>
            <a:fillRect/>
          </a:stretch>
        </p:blipFill>
        <p:spPr>
          <a:xfrm>
            <a:off x="0" y="0"/>
            <a:ext cx="1488198" cy="1190975"/>
          </a:xfrm>
          <a:prstGeom prst="rect">
            <a:avLst/>
          </a:prstGeom>
          <a:noFill/>
          <a:ln>
            <a:noFill/>
          </a:ln>
        </p:spPr>
      </p:pic>
      <p:pic>
        <p:nvPicPr>
          <p:cNvPr id="57" name="Google Shape;57;p13" title="Милая черепашка с оранжевым панцирем.png"/>
          <p:cNvPicPr preferRelativeResize="0"/>
          <p:nvPr/>
        </p:nvPicPr>
        <p:blipFill>
          <a:blip r:embed="rId3">
            <a:alphaModFix/>
          </a:blip>
          <a:stretch>
            <a:fillRect/>
          </a:stretch>
        </p:blipFill>
        <p:spPr>
          <a:xfrm flipH="1">
            <a:off x="7003996" y="3106525"/>
            <a:ext cx="2107101" cy="16862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309150"/>
            <a:ext cx="85578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Mūsu komanda</a:t>
            </a:r>
            <a:endParaRPr b="1"/>
          </a:p>
        </p:txBody>
      </p:sp>
      <p:sp>
        <p:nvSpPr>
          <p:cNvPr id="63" name="Google Shape;63;p14"/>
          <p:cNvSpPr txBox="1"/>
          <p:nvPr>
            <p:ph idx="1" type="body"/>
          </p:nvPr>
        </p:nvSpPr>
        <p:spPr>
          <a:xfrm>
            <a:off x="360050" y="1800900"/>
            <a:ext cx="1709100" cy="2805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Arturs</a:t>
            </a:r>
            <a:endParaRPr b="1"/>
          </a:p>
          <a:p>
            <a:pPr indent="0" lvl="0" marL="0" rtl="0" algn="ctr">
              <a:spcBef>
                <a:spcPts val="1200"/>
              </a:spcBef>
              <a:spcAft>
                <a:spcPts val="1200"/>
              </a:spcAft>
              <a:buNone/>
            </a:pPr>
            <a:r>
              <a:rPr lang="en"/>
              <a:t>Developer</a:t>
            </a:r>
            <a:endParaRPr/>
          </a:p>
        </p:txBody>
      </p:sp>
      <p:pic>
        <p:nvPicPr>
          <p:cNvPr id="64" name="Google Shape;64;p14" title="Милая черепашка с оранжевым панцирем.png"/>
          <p:cNvPicPr preferRelativeResize="0"/>
          <p:nvPr/>
        </p:nvPicPr>
        <p:blipFill>
          <a:blip r:embed="rId3">
            <a:alphaModFix/>
          </a:blip>
          <a:stretch>
            <a:fillRect/>
          </a:stretch>
        </p:blipFill>
        <p:spPr>
          <a:xfrm>
            <a:off x="0" y="0"/>
            <a:ext cx="1488198" cy="1190975"/>
          </a:xfrm>
          <a:prstGeom prst="rect">
            <a:avLst/>
          </a:prstGeom>
          <a:noFill/>
          <a:ln>
            <a:noFill/>
          </a:ln>
        </p:spPr>
      </p:pic>
      <p:sp>
        <p:nvSpPr>
          <p:cNvPr id="65" name="Google Shape;65;p14"/>
          <p:cNvSpPr txBox="1"/>
          <p:nvPr>
            <p:ph idx="1" type="body"/>
          </p:nvPr>
        </p:nvSpPr>
        <p:spPr>
          <a:xfrm>
            <a:off x="2477575" y="1800900"/>
            <a:ext cx="1709100" cy="2805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Adrians</a:t>
            </a:r>
            <a:endParaRPr b="1"/>
          </a:p>
          <a:p>
            <a:pPr indent="0" lvl="0" marL="0" rtl="0" algn="ctr">
              <a:spcBef>
                <a:spcPts val="1200"/>
              </a:spcBef>
              <a:spcAft>
                <a:spcPts val="0"/>
              </a:spcAft>
              <a:buNone/>
            </a:pPr>
            <a:r>
              <a:rPr lang="en"/>
              <a:t>Co developer</a:t>
            </a:r>
            <a:endParaRPr/>
          </a:p>
          <a:p>
            <a:pPr indent="0" lvl="0" marL="457200" rtl="0" algn="ctr">
              <a:spcBef>
                <a:spcPts val="1200"/>
              </a:spcBef>
              <a:spcAft>
                <a:spcPts val="1200"/>
              </a:spcAft>
              <a:buNone/>
            </a:pPr>
            <a:r>
              <a:t/>
            </a:r>
            <a:endParaRPr/>
          </a:p>
        </p:txBody>
      </p:sp>
      <p:sp>
        <p:nvSpPr>
          <p:cNvPr id="66" name="Google Shape;66;p14"/>
          <p:cNvSpPr txBox="1"/>
          <p:nvPr>
            <p:ph idx="1" type="body"/>
          </p:nvPr>
        </p:nvSpPr>
        <p:spPr>
          <a:xfrm>
            <a:off x="7160400" y="1800900"/>
            <a:ext cx="1709100" cy="2805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Toms</a:t>
            </a:r>
            <a:endParaRPr b="1"/>
          </a:p>
          <a:p>
            <a:pPr indent="0" lvl="0" marL="457200" rtl="0" algn="l">
              <a:spcBef>
                <a:spcPts val="1200"/>
              </a:spcBef>
              <a:spcAft>
                <a:spcPts val="0"/>
              </a:spcAft>
              <a:buNone/>
            </a:pPr>
            <a:r>
              <a:rPr lang="en"/>
              <a:t>Testetais</a:t>
            </a:r>
            <a:endParaRPr/>
          </a:p>
          <a:p>
            <a:pPr indent="0" lvl="0" marL="0" rtl="0" algn="l">
              <a:spcBef>
                <a:spcPts val="1200"/>
              </a:spcBef>
              <a:spcAft>
                <a:spcPts val="1200"/>
              </a:spcAft>
              <a:buNone/>
            </a:pPr>
            <a:r>
              <a:t/>
            </a:r>
            <a:endParaRPr/>
          </a:p>
        </p:txBody>
      </p:sp>
      <p:sp>
        <p:nvSpPr>
          <p:cNvPr id="67" name="Google Shape;67;p14"/>
          <p:cNvSpPr txBox="1"/>
          <p:nvPr>
            <p:ph idx="1" type="body"/>
          </p:nvPr>
        </p:nvSpPr>
        <p:spPr>
          <a:xfrm>
            <a:off x="4769825" y="1800900"/>
            <a:ext cx="1709100" cy="2805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Marats</a:t>
            </a:r>
            <a:endParaRPr b="1"/>
          </a:p>
          <a:p>
            <a:pPr indent="0" lvl="0" marL="0" rtl="0" algn="ctr">
              <a:spcBef>
                <a:spcPts val="1200"/>
              </a:spcBef>
              <a:spcAft>
                <a:spcPts val="1200"/>
              </a:spcAft>
              <a:buNone/>
            </a:pPr>
            <a:r>
              <a:rPr lang="en"/>
              <a:t>HTML Designer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a:t>
            </a:r>
            <a:r>
              <a:rPr lang="en"/>
              <a:t>rasības mūsu programmas lietošanai</a:t>
            </a:r>
            <a:endParaRPr/>
          </a:p>
        </p:txBody>
      </p:sp>
      <p:sp>
        <p:nvSpPr>
          <p:cNvPr id="73" name="Google Shape;73;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Uzstādīta:</a:t>
            </a:r>
            <a:endParaRPr/>
          </a:p>
          <a:p>
            <a:pPr indent="-342900" lvl="0" marL="457200" rtl="0" algn="l">
              <a:spcBef>
                <a:spcPts val="1200"/>
              </a:spcBef>
              <a:spcAft>
                <a:spcPts val="0"/>
              </a:spcAft>
              <a:buSzPts val="1800"/>
              <a:buAutoNum type="arabicPeriod"/>
            </a:pPr>
            <a:r>
              <a:rPr lang="en"/>
              <a:t>Python manager</a:t>
            </a:r>
            <a:endParaRPr/>
          </a:p>
          <a:p>
            <a:pPr indent="-342900" lvl="0" marL="457200" rtl="0" algn="l">
              <a:spcBef>
                <a:spcPts val="0"/>
              </a:spcBef>
              <a:spcAft>
                <a:spcPts val="0"/>
              </a:spcAft>
              <a:buSzPts val="1800"/>
              <a:buAutoNum type="arabicPeriod"/>
            </a:pPr>
            <a:r>
              <a:rPr lang="en"/>
              <a:t>Python framework “Flask”</a:t>
            </a:r>
            <a:endParaRPr/>
          </a:p>
          <a:p>
            <a:pPr indent="-342900" lvl="0" marL="457200" rtl="0" algn="l">
              <a:spcBef>
                <a:spcPts val="0"/>
              </a:spcBef>
              <a:spcAft>
                <a:spcPts val="0"/>
              </a:spcAft>
              <a:buSzPts val="1800"/>
              <a:buAutoNum type="arabicPeriod"/>
            </a:pPr>
            <a:r>
              <a:rPr lang="en"/>
              <a:t>“Flask-SQLAlchemy”</a:t>
            </a:r>
            <a:endParaRPr/>
          </a:p>
        </p:txBody>
      </p:sp>
      <p:pic>
        <p:nvPicPr>
          <p:cNvPr id="74" name="Google Shape;74;p15" title="Милая черепашка с оранжевым панцирем.png"/>
          <p:cNvPicPr preferRelativeResize="0"/>
          <p:nvPr/>
        </p:nvPicPr>
        <p:blipFill>
          <a:blip r:embed="rId3">
            <a:alphaModFix/>
          </a:blip>
          <a:stretch>
            <a:fillRect/>
          </a:stretch>
        </p:blipFill>
        <p:spPr>
          <a:xfrm>
            <a:off x="0" y="0"/>
            <a:ext cx="1488198" cy="1190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532925" y="445025"/>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400"/>
              <a:t>Īss skaidrojums par to, kā programma darbojas</a:t>
            </a:r>
            <a:endParaRPr b="1" sz="2400"/>
          </a:p>
        </p:txBody>
      </p:sp>
      <p:pic>
        <p:nvPicPr>
          <p:cNvPr id="80" name="Google Shape;80;p16" title="Милая черепашка с оранжевым панцирем.png"/>
          <p:cNvPicPr preferRelativeResize="0"/>
          <p:nvPr/>
        </p:nvPicPr>
        <p:blipFill>
          <a:blip r:embed="rId3">
            <a:alphaModFix/>
          </a:blip>
          <a:stretch>
            <a:fillRect/>
          </a:stretch>
        </p:blipFill>
        <p:spPr>
          <a:xfrm>
            <a:off x="0" y="0"/>
            <a:ext cx="1271712" cy="1017724"/>
          </a:xfrm>
          <a:prstGeom prst="rect">
            <a:avLst/>
          </a:prstGeom>
          <a:noFill/>
          <a:ln>
            <a:noFill/>
          </a:ln>
        </p:spPr>
      </p:pic>
      <p:sp>
        <p:nvSpPr>
          <p:cNvPr id="81" name="Google Shape;81;p16"/>
          <p:cNvSpPr txBox="1"/>
          <p:nvPr/>
        </p:nvSpPr>
        <p:spPr>
          <a:xfrm>
            <a:off x="368875" y="1398975"/>
            <a:ext cx="8129400" cy="336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rPr>
              <a:t>Kad jūs palaidāt programmu, tiek izveidots lokālais serveris, un terminālī parādās saite uz vietni, kad jūs mijiedarbojaties ar vietni (piemēram, pievienojat vai dzēšat uzdevumus, maināt statusu), izmantojot POST un GET metodes, jūs norādāt programmai, kas jādara ar informāciju, kuru pievienojat vai maināt, un programma ieraksta informāciju datu bāzes failā, kas tiek glabāts jūsu datorā. </a:t>
            </a:r>
            <a:endParaRPr sz="24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2 scenāriji, kā varat izmantot mūsu programmu</a:t>
            </a:r>
            <a:endParaRPr/>
          </a:p>
        </p:txBody>
      </p:sp>
      <p:sp>
        <p:nvSpPr>
          <p:cNvPr id="87" name="Google Shape;8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To var izmantot tikai kopā ar datoru.</a:t>
            </a:r>
            <a:endParaRPr/>
          </a:p>
          <a:p>
            <a:pPr indent="0" lvl="0" marL="457200" rtl="0" algn="l">
              <a:spcBef>
                <a:spcPts val="1200"/>
              </a:spcBef>
              <a:spcAft>
                <a:spcPts val="0"/>
              </a:spcAft>
              <a:buNone/>
            </a:pPr>
            <a:r>
              <a:t/>
            </a:r>
            <a:endParaRPr/>
          </a:p>
          <a:p>
            <a:pPr indent="0" lvl="0" marL="0" rtl="0" algn="l">
              <a:spcBef>
                <a:spcPts val="1200"/>
              </a:spcBef>
              <a:spcAft>
                <a:spcPts val="0"/>
              </a:spcAft>
              <a:buNone/>
            </a:pPr>
            <a:r>
              <a:rPr lang="en"/>
              <a:t>	Vai</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
              <a:t>To varat izmantot savā tālrunī, taču, lai to darītu, programma joprojām ir jāpalaiž datorā; jums ir jāatļauj TCP 5000, un jūsu tālrunim un datoram ir jābūt pieslēgtiem vienam un tam pašam Wi-Fi tīklam.</a:t>
            </a:r>
            <a:endParaRPr/>
          </a:p>
        </p:txBody>
      </p:sp>
      <p:pic>
        <p:nvPicPr>
          <p:cNvPr id="88" name="Google Shape;88;p17" title="Милая черепашка с оранжевым панцирем.png"/>
          <p:cNvPicPr preferRelativeResize="0"/>
          <p:nvPr/>
        </p:nvPicPr>
        <p:blipFill>
          <a:blip r:embed="rId3">
            <a:alphaModFix/>
          </a:blip>
          <a:stretch>
            <a:fillRect/>
          </a:stretch>
        </p:blipFill>
        <p:spPr>
          <a:xfrm>
            <a:off x="0" y="0"/>
            <a:ext cx="1271712" cy="10177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